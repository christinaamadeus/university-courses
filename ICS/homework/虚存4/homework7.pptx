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DDB1BD-9802-43C8-B70F-A656384AF7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43A10A-3966-4597-83E2-E866B3422D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DFBBD6-BEB5-4FAC-818D-4C4B703D45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FCD1D7-E656-4E3B-AD5E-0117BD9108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1410BE-9F8C-480E-A324-B0123BDDBF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9172DB-65ED-4556-A2A3-486D601D2E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6A0D2F-9FEE-4AD8-84D1-4D5A3541A8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D95DBA-2099-4FF4-8735-43FC794A19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AAF160-E9F6-46AC-93C1-4F4C6BF973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37F854-D82C-4336-9844-9420D33316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5EE608-568C-4DD9-8FCA-B924D267863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ABEDCB-D702-4967-AF85-C656A977F3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BC6E0E-79AD-406B-AE9F-8283162ADE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0E909B-500F-4F6C-A5E4-A81FA117B7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B2FADD-DCB5-4187-9246-65186F4406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29E99C-119E-456B-ABDA-BD684071C2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5624E2-29D4-42E0-8AD8-EBD28BC647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6DCA4E-F8D3-4525-ABF4-235D64F71D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417C07-9C86-484A-B680-CDEED34BB7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4143AD-2080-4D4A-A4D9-550B29855C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1E6F97-60E6-47B9-B072-2DE9AF3D0B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61981D-FCA0-489B-997D-FFF904F470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A3D9C3-7923-4E61-B283-E129EAD98C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D74C28-1CC0-4C25-8D90-204DAB5A59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zh-CN" sz="6000" spc="-1" strike="noStrike">
                <a:solidFill>
                  <a:srgbClr val="000000"/>
                </a:solidFill>
                <a:latin typeface="DengXian Light"/>
              </a:rPr>
              <a:t>单击此处编辑母版标题样式</a:t>
            </a:r>
            <a:endParaRPr b="0" lang="en-US" sz="60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DengXian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DengXi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DengXi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B521E46-3FCF-4725-90FA-C9BD07B7CC17}" type="slidenum">
              <a:rPr b="0" lang="en-US" sz="1200" spc="-1" strike="noStrike">
                <a:solidFill>
                  <a:srgbClr val="8b8b8b"/>
                </a:solidFill>
                <a:latin typeface="DengXi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ngXian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DengXian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ngXian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ngXian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ngXian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ngXian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ngXian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ngXian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ngXian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ngXi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rgbClr val="000000"/>
                </a:solidFill>
                <a:latin typeface="DengXian Light"/>
              </a:rPr>
              <a:t>单击此处编辑母版标题样式</a:t>
            </a:r>
            <a:endParaRPr b="0" lang="en-US" sz="44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单击此处编辑母版文本样式</a:t>
            </a: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rgbClr val="000000"/>
                </a:solidFill>
                <a:latin typeface="DengXian"/>
              </a:rPr>
              <a:t>二级</a:t>
            </a:r>
            <a:endParaRPr b="0" lang="en-US" sz="2400" spc="-1" strike="noStrike">
              <a:solidFill>
                <a:srgbClr val="000000"/>
              </a:solidFill>
              <a:latin typeface="DengXian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rgbClr val="000000"/>
                </a:solidFill>
                <a:latin typeface="DengXian"/>
              </a:rPr>
              <a:t>三级</a:t>
            </a:r>
            <a:endParaRPr b="0" lang="en-US" sz="2000" spc="-1" strike="noStrike">
              <a:solidFill>
                <a:srgbClr val="000000"/>
              </a:solidFill>
              <a:latin typeface="DengXian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rgbClr val="000000"/>
                </a:solidFill>
                <a:latin typeface="DengXian"/>
              </a:rPr>
              <a:t>四级</a:t>
            </a:r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rgbClr val="000000"/>
                </a:solidFill>
                <a:latin typeface="DengXian"/>
              </a:rPr>
              <a:t>五级</a:t>
            </a:r>
            <a:endParaRPr b="0" lang="en-US" sz="18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DengXian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DengXi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DengXi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A97A294-8154-4C4F-B27B-54EAB749CC3F}" type="slidenum">
              <a:rPr b="0" lang="en-US" sz="1200" spc="-1" strike="noStrike">
                <a:solidFill>
                  <a:srgbClr val="8b8b8b"/>
                </a:solidFill>
                <a:latin typeface="DengXi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DengXian Light"/>
              </a:rPr>
              <a:t>Homework7</a:t>
            </a:r>
            <a:endParaRPr b="0" lang="en-US" sz="60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rgbClr val="000000"/>
                </a:solidFill>
                <a:latin typeface="DengXian Light"/>
              </a:rPr>
              <a:t>问题</a:t>
            </a:r>
            <a:r>
              <a:rPr b="0" lang="en-US" sz="4400" spc="-1" strike="noStrike">
                <a:solidFill>
                  <a:srgbClr val="000000"/>
                </a:solidFill>
                <a:latin typeface="DengXian Light"/>
              </a:rPr>
              <a:t>1</a:t>
            </a:r>
            <a:endParaRPr b="0" lang="en-US" sz="44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3716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将文件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a.txt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映射到两个长度为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100K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的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char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型数组上，数组名分别为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sbuf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和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pbuf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，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sbuf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用共享的方式，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pbuf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用私有的方式。</a:t>
            </a: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假设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page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大小为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4KB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。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1. 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请写出调用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mmap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实现映射的代码。（如果调用中需要其他数据结构，请自行声明，但不需要写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int main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这些语法部分 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10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分）</a:t>
            </a: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假设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mmap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中的共享内容被更改后会立刻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sync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到文件中，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a.txt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中内容都是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char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字符的‘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0’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（长度足够长），执行下列代码</a:t>
            </a: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  <p:pic>
        <p:nvPicPr>
          <p:cNvPr id="86" name="图片 3" descr=""/>
          <p:cNvPicPr/>
          <p:nvPr/>
        </p:nvPicPr>
        <p:blipFill>
          <a:blip r:embed="rId1"/>
          <a:stretch/>
        </p:blipFill>
        <p:spPr>
          <a:xfrm>
            <a:off x="3188160" y="5245560"/>
            <a:ext cx="7098840" cy="1612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rgbClr val="000000"/>
                </a:solidFill>
                <a:latin typeface="DengXian Light"/>
              </a:rPr>
              <a:t>问题</a:t>
            </a:r>
            <a:r>
              <a:rPr b="0" lang="en-US" sz="4400" spc="-1" strike="noStrike">
                <a:solidFill>
                  <a:srgbClr val="000000"/>
                </a:solidFill>
                <a:latin typeface="DengXian Light"/>
              </a:rPr>
              <a:t>1</a:t>
            </a:r>
            <a:endParaRPr b="0" lang="en-US" sz="4400" spc="-1" strike="noStrike">
              <a:solidFill>
                <a:srgbClr val="000000"/>
              </a:solidFill>
              <a:latin typeface="DengXian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2.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 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会产生多少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page fault exception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？其中有多少会执行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COW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？请给出原因 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10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分</a:t>
            </a: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3. 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写出下列数值 </a:t>
            </a: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10</a:t>
            </a:r>
            <a:r>
              <a:rPr b="0" lang="zh-CN" sz="2800" spc="-1" strike="noStrike">
                <a:solidFill>
                  <a:srgbClr val="000000"/>
                </a:solidFill>
                <a:latin typeface="DengXian"/>
              </a:rPr>
              <a:t>分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DengXian"/>
              </a:rPr>
              <a:t>sbuf[0], sbuf[1], pbuf[0], pbuf[1]</a:t>
            </a:r>
            <a:endParaRPr b="0" lang="en-US" sz="2800" spc="-1" strike="noStrike">
              <a:solidFill>
                <a:srgbClr val="000000"/>
              </a:solidFill>
              <a:latin typeface="DengXi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  <Words>174</Words>
  <Paragraphs>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2019-04-03T08:30:57Z</dcterms:created>
  <dc:creator>Microsoft Office 用户</dc:creator>
  <dc:description/>
  <dc:language>en-US</dc:language>
  <cp:lastModifiedBy/>
  <dcterms:modified xsi:type="dcterms:W3CDTF">2025-05-08T17:52:39Z</dcterms:modified>
  <cp:revision>9</cp:revision>
  <dc:subject/>
  <dc:title>Homework6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宽屏</vt:lpwstr>
  </property>
  <property fmtid="{D5CDD505-2E9C-101B-9397-08002B2CF9AE}" pid="3" name="Slides">
    <vt:i4>3</vt:i4>
  </property>
</Properties>
</file>