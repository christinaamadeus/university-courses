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8" r:id="rId3"/>
    <p:sldId id="270" r:id="rId4"/>
    <p:sldId id="259" r:id="rId5"/>
    <p:sldId id="26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4"/>
    <p:restoredTop sz="94649"/>
  </p:normalViewPr>
  <p:slideViewPr>
    <p:cSldViewPr snapToGrid="0" snapToObjects="1">
      <p:cViewPr varScale="1">
        <p:scale>
          <a:sx n="85" d="100"/>
          <a:sy n="85" d="100"/>
        </p:scale>
        <p:origin x="1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73187-2ED8-024C-B8CB-A522C124660A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3AA5A-5D9F-5C4C-87F6-B0275FA236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304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66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470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815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774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13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045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096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252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174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63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5EEF8-8114-3B43-93E2-EEEBB1D7A5B7}" type="datetimeFigureOut">
              <a:rPr kumimoji="1" lang="zh-CN" altLang="en-US" smtClean="0"/>
              <a:t>2019/2/27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763E-58F0-9049-AF15-3197FA743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57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ICS2-homwork2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736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Problem </a:t>
            </a:r>
            <a:r>
              <a:rPr lang="en-US" altLang="zh-CN" b="1" dirty="0" smtClean="0"/>
              <a:t>1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下面函数会打印多少行输出？用一个</a:t>
            </a:r>
            <a:r>
              <a:rPr kumimoji="1" lang="en-US" altLang="zh-CN" dirty="0" smtClean="0"/>
              <a:t>n</a:t>
            </a:r>
            <a:r>
              <a:rPr kumimoji="1" lang="zh-CN" altLang="en-US" dirty="0" smtClean="0"/>
              <a:t>的函数给出答案（</a:t>
            </a:r>
            <a:r>
              <a:rPr kumimoji="1" lang="en-US" altLang="zh-CN" dirty="0" smtClean="0"/>
              <a:t>n&gt;=1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en-US" altLang="zh-CN" dirty="0"/>
              <a:t>v</a:t>
            </a:r>
            <a:r>
              <a:rPr kumimoji="1" lang="en-US" altLang="zh-CN" dirty="0" smtClean="0"/>
              <a:t>oid foo(</a:t>
            </a:r>
            <a:r>
              <a:rPr kumimoji="1" lang="en-US" altLang="zh-CN" dirty="0" err="1" smtClean="0"/>
              <a:t>int</a:t>
            </a:r>
            <a:r>
              <a:rPr kumimoji="1" lang="en-US" altLang="zh-CN" dirty="0" smtClean="0"/>
              <a:t> n) {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err="1" smtClean="0"/>
              <a:t>int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for (</a:t>
            </a:r>
            <a:r>
              <a:rPr kumimoji="1" lang="en-US" altLang="zh-CN" dirty="0" err="1" smtClean="0"/>
              <a:t>i</a:t>
            </a:r>
            <a:r>
              <a:rPr kumimoji="1" lang="en-US" altLang="zh-CN" dirty="0" smtClean="0"/>
              <a:t> = 0;i&lt;</a:t>
            </a:r>
            <a:r>
              <a:rPr kumimoji="1" lang="en-US" altLang="zh-CN" dirty="0" err="1" smtClean="0"/>
              <a:t>n;i</a:t>
            </a:r>
            <a:r>
              <a:rPr kumimoji="1" lang="en-US" altLang="zh-CN" dirty="0" smtClean="0"/>
              <a:t>++)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	Fork();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err="1" smtClean="0"/>
              <a:t>printf</a:t>
            </a:r>
            <a:r>
              <a:rPr kumimoji="1" lang="en-US" altLang="zh-CN" dirty="0" smtClean="0"/>
              <a:t>(“hello\n”);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exit(0);</a:t>
            </a:r>
          </a:p>
          <a:p>
            <a:pPr marL="0" indent="0">
              <a:buNone/>
            </a:pPr>
            <a:r>
              <a:rPr kumimoji="1"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73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Problem </a:t>
            </a:r>
            <a:r>
              <a:rPr lang="en-US" altLang="zh-CN" b="1" dirty="0" smtClean="0"/>
              <a:t>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4998"/>
          </a:xfrm>
        </p:spPr>
        <p:txBody>
          <a:bodyPr>
            <a:normAutofit fontScale="85000" lnSpcReduction="20000"/>
          </a:bodyPr>
          <a:lstStyle/>
          <a:p>
            <a:r>
              <a:rPr kumimoji="1" lang="zh-CN" altLang="en-US" dirty="0" smtClean="0"/>
              <a:t>下面的程序可能的输出序列是什么？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en-US" altLang="zh-CN" dirty="0" err="1" smtClean="0"/>
              <a:t>Int</a:t>
            </a:r>
            <a:r>
              <a:rPr kumimoji="1" lang="en-US" altLang="zh-CN" dirty="0" smtClean="0"/>
              <a:t> main() {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if (fork() == 0) {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	</a:t>
            </a:r>
            <a:r>
              <a:rPr kumimoji="1" lang="en-US" altLang="zh-CN" dirty="0" err="1" smtClean="0"/>
              <a:t>printf</a:t>
            </a:r>
            <a:r>
              <a:rPr kumimoji="1" lang="en-US" altLang="zh-CN" dirty="0" smtClean="0"/>
              <a:t>(“a”);	</a:t>
            </a:r>
            <a:r>
              <a:rPr kumimoji="1" lang="en-US" altLang="zh-CN" dirty="0" err="1" smtClean="0"/>
              <a:t>fflush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stdout</a:t>
            </a:r>
            <a:r>
              <a:rPr kumimoji="1" lang="en-US" altLang="zh-CN" dirty="0" smtClean="0"/>
              <a:t>);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	exit(0);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}else {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	</a:t>
            </a:r>
            <a:r>
              <a:rPr kumimoji="1" lang="en-US" altLang="zh-CN" dirty="0" err="1" smtClean="0"/>
              <a:t>printf</a:t>
            </a:r>
            <a:r>
              <a:rPr kumimoji="1" lang="en-US" altLang="zh-CN" dirty="0" smtClean="0"/>
              <a:t>(“b”);	</a:t>
            </a:r>
            <a:r>
              <a:rPr kumimoji="1" lang="en-US" altLang="zh-CN" dirty="0" err="1" smtClean="0"/>
              <a:t>fflush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stdout</a:t>
            </a:r>
            <a:r>
              <a:rPr kumimoji="1" lang="en-US" altLang="zh-CN" dirty="0" smtClean="0"/>
              <a:t>);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	</a:t>
            </a:r>
            <a:r>
              <a:rPr kumimoji="1" lang="en-US" altLang="zh-CN" dirty="0" err="1" smtClean="0"/>
              <a:t>waitpid</a:t>
            </a:r>
            <a:r>
              <a:rPr kumimoji="1" lang="en-US" altLang="zh-CN" dirty="0" smtClean="0"/>
              <a:t>(-1, NULL, 0);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smtClean="0"/>
              <a:t>}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en-US" altLang="zh-CN" dirty="0" err="1" smtClean="0"/>
              <a:t>printf</a:t>
            </a:r>
            <a:r>
              <a:rPr kumimoji="1" lang="en-US" altLang="zh-CN" dirty="0" smtClean="0"/>
              <a:t>(“c”);	</a:t>
            </a:r>
            <a:r>
              <a:rPr kumimoji="1" lang="en-US" altLang="zh-CN" dirty="0" err="1" smtClean="0"/>
              <a:t>fflush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stdout</a:t>
            </a:r>
            <a:r>
              <a:rPr kumimoji="1" lang="en-US" altLang="zh-CN" dirty="0" smtClean="0"/>
              <a:t>);</a:t>
            </a:r>
          </a:p>
          <a:p>
            <a:pPr marL="0" indent="0">
              <a:buNone/>
            </a:pPr>
            <a:r>
              <a:rPr kumimoji="1" lang="en-US" altLang="zh-CN" dirty="0" smtClean="0"/>
              <a:t>	exit(0);</a:t>
            </a:r>
          </a:p>
          <a:p>
            <a:pPr marL="0" indent="0">
              <a:buNone/>
            </a:pPr>
            <a:r>
              <a:rPr kumimoji="1"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9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Problem 3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smtClean="0"/>
              <a:t>Consider </a:t>
            </a:r>
            <a:r>
              <a:rPr lang="en-US" altLang="zh-CN" dirty="0"/>
              <a:t>the following program, write down </a:t>
            </a:r>
            <a:r>
              <a:rPr lang="en-US" altLang="zh-CN" b="1" dirty="0">
                <a:solidFill>
                  <a:srgbClr val="FF0000"/>
                </a:solidFill>
              </a:rPr>
              <a:t>all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the possible outputs. 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#</a:t>
            </a:r>
            <a:r>
              <a:rPr lang="en-US" altLang="zh-CN" dirty="0"/>
              <a:t>include “</a:t>
            </a:r>
            <a:r>
              <a:rPr lang="en-US" altLang="zh-CN" dirty="0" err="1"/>
              <a:t>csapp.h</a:t>
            </a:r>
            <a:r>
              <a:rPr lang="en-US" altLang="zh-CN" dirty="0"/>
              <a:t>” 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main</a:t>
            </a:r>
            <a:r>
              <a:rPr lang="en-US" altLang="zh-CN" dirty="0" smtClean="0"/>
              <a:t>()</a:t>
            </a:r>
            <a:r>
              <a:rPr lang="en-US" altLang="zh-CN" dirty="0"/>
              <a:t> </a:t>
            </a:r>
            <a:r>
              <a:rPr lang="en-US" altLang="zh-CN" dirty="0" smtClean="0"/>
              <a:t>{ </a:t>
            </a:r>
          </a:p>
          <a:p>
            <a:pPr marL="457200" lvl="1" indent="0"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x = 3;</a:t>
            </a:r>
            <a:br>
              <a:rPr lang="en-US" altLang="zh-CN" dirty="0"/>
            </a:br>
            <a:r>
              <a:rPr lang="en-US" altLang="zh-CN" dirty="0" smtClean="0"/>
              <a:t>	if </a:t>
            </a:r>
            <a:r>
              <a:rPr lang="en-US" altLang="zh-CN" dirty="0"/>
              <a:t>(Fork() != 0) 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		</a:t>
            </a:r>
            <a:r>
              <a:rPr lang="en-US" altLang="zh-CN" dirty="0" err="1" smtClean="0"/>
              <a:t>printf</a:t>
            </a:r>
            <a:r>
              <a:rPr lang="en-US" altLang="zh-CN" dirty="0"/>
              <a:t>("x=%d\n", ++x); 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 smtClean="0"/>
              <a:t>printf</a:t>
            </a:r>
            <a:r>
              <a:rPr lang="en-US" altLang="zh-CN" dirty="0"/>
              <a:t>("x=%d\n", --x); exit(0); 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} </a:t>
            </a:r>
            <a:endParaRPr lang="en-US" altLang="zh-CN" dirty="0" smtClean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967256-2E36-AA4C-BAB4-310E547495FA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761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Problem </a:t>
            </a:r>
            <a:r>
              <a:rPr lang="en-US" altLang="zh-CN" b="1" dirty="0" smtClean="0"/>
              <a:t>4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037944" cy="4351338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 smtClean="0"/>
              <a:t>考虑下面的程序：</a:t>
            </a:r>
            <a:endParaRPr kumimoji="1" lang="en-US" altLang="zh-CN" sz="2400" dirty="0" smtClean="0"/>
          </a:p>
          <a:p>
            <a:pPr marL="0" indent="0">
              <a:buNone/>
            </a:pPr>
            <a:r>
              <a:rPr kumimoji="1" lang="en-US" altLang="zh-CN" sz="2400" dirty="0" smtClean="0"/>
              <a:t>#include “</a:t>
            </a:r>
            <a:r>
              <a:rPr kumimoji="1" lang="en-US" altLang="zh-CN" sz="2400" dirty="0" err="1" smtClean="0"/>
              <a:t>csapp.h</a:t>
            </a:r>
            <a:r>
              <a:rPr kumimoji="1" lang="en-US" altLang="zh-CN" sz="2400" dirty="0" smtClean="0"/>
              <a:t>”</a:t>
            </a:r>
          </a:p>
          <a:p>
            <a:pPr marL="0" indent="0">
              <a:buNone/>
            </a:pPr>
            <a:r>
              <a:rPr kumimoji="1" lang="en-US" altLang="zh-CN" sz="2400" dirty="0" smtClean="0"/>
              <a:t>void end (void)</a:t>
            </a:r>
            <a:r>
              <a:rPr kumimoji="1" lang="en-US" altLang="zh-CN" sz="2400" dirty="0"/>
              <a:t> </a:t>
            </a:r>
            <a:r>
              <a:rPr kumimoji="1" lang="en-US" altLang="zh-CN" sz="2400" dirty="0" smtClean="0"/>
              <a:t>{</a:t>
            </a:r>
          </a:p>
          <a:p>
            <a:pPr marL="0" indent="0"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err="1" smtClean="0"/>
              <a:t>printf</a:t>
            </a:r>
            <a:r>
              <a:rPr kumimoji="1" lang="en-US" altLang="zh-CN" sz="2400" dirty="0" smtClean="0"/>
              <a:t>(“2”); </a:t>
            </a:r>
            <a:r>
              <a:rPr kumimoji="1" lang="en-US" altLang="zh-CN" sz="2400" dirty="0" err="1" smtClean="0"/>
              <a:t>fflush</a:t>
            </a:r>
            <a:r>
              <a:rPr kumimoji="1" lang="en-US" altLang="zh-CN" sz="2400" dirty="0" smtClean="0"/>
              <a:t>(</a:t>
            </a:r>
            <a:r>
              <a:rPr kumimoji="1" lang="en-US" altLang="zh-CN" sz="2400" dirty="0" err="1" smtClean="0"/>
              <a:t>stdtou</a:t>
            </a:r>
            <a:r>
              <a:rPr kumimoji="1" lang="en-US" altLang="zh-CN" sz="2400" dirty="0" smtClean="0"/>
              <a:t>);</a:t>
            </a:r>
          </a:p>
          <a:p>
            <a:pPr marL="0" indent="0">
              <a:buNone/>
            </a:pPr>
            <a:r>
              <a:rPr kumimoji="1" lang="en-US" altLang="zh-CN" sz="2400" dirty="0" smtClean="0"/>
              <a:t>}</a:t>
            </a:r>
          </a:p>
          <a:p>
            <a:pPr marL="0" indent="0">
              <a:buNone/>
            </a:pPr>
            <a:r>
              <a:rPr kumimoji="1" lang="en-US" altLang="zh-CN" sz="2400" dirty="0" err="1" smtClean="0"/>
              <a:t>Int</a:t>
            </a:r>
            <a:r>
              <a:rPr kumimoji="1" lang="en-US" altLang="zh-CN" sz="2400" dirty="0" smtClean="0"/>
              <a:t> main() {</a:t>
            </a:r>
          </a:p>
          <a:p>
            <a:pPr marL="0" indent="0"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if(Fork() == 0) </a:t>
            </a:r>
          </a:p>
          <a:p>
            <a:pPr marL="0" indent="0"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	</a:t>
            </a:r>
            <a:r>
              <a:rPr kumimoji="1" lang="en-US" altLang="zh-CN" sz="2400" dirty="0" err="1" smtClean="0"/>
              <a:t>atexit</a:t>
            </a:r>
            <a:r>
              <a:rPr kumimoji="1" lang="en-US" altLang="zh-CN" sz="2400" dirty="0" smtClean="0"/>
              <a:t>(end);</a:t>
            </a:r>
          </a:p>
          <a:p>
            <a:pPr marL="0" indent="0"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if(Fork() == 0) {</a:t>
            </a:r>
          </a:p>
          <a:p>
            <a:pPr marL="0" indent="0"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	</a:t>
            </a:r>
            <a:r>
              <a:rPr kumimoji="1" lang="en-US" altLang="zh-CN" sz="2400" dirty="0" err="1" smtClean="0"/>
              <a:t>printf</a:t>
            </a:r>
            <a:r>
              <a:rPr kumimoji="1" lang="en-US" altLang="zh-CN" sz="2400" dirty="0" smtClean="0"/>
              <a:t>(“0”);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15856" y="391904"/>
            <a:ext cx="5037944" cy="599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kumimoji="1" lang="en-US" altLang="zh-CN" sz="2400" dirty="0" smtClean="0"/>
              <a:t>		</a:t>
            </a:r>
            <a:r>
              <a:rPr kumimoji="1" lang="en-US" altLang="zh-CN" sz="2400" dirty="0" err="1" smtClean="0"/>
              <a:t>fflush</a:t>
            </a:r>
            <a:r>
              <a:rPr kumimoji="1" lang="en-US" altLang="zh-CN" sz="2400" dirty="0" smtClean="0"/>
              <a:t>(</a:t>
            </a:r>
            <a:r>
              <a:rPr kumimoji="1" lang="en-US" altLang="zh-CN" sz="2400" dirty="0" err="1" smtClean="0"/>
              <a:t>stdout</a:t>
            </a:r>
            <a:r>
              <a:rPr kumimoji="1" lang="en-US" altLang="zh-CN" sz="2400" dirty="0" smtClean="0"/>
              <a:t>);</a:t>
            </a:r>
          </a:p>
          <a:p>
            <a:pPr marL="0" indent="0">
              <a:buFont typeface="Arial"/>
              <a:buNone/>
            </a:pPr>
            <a:r>
              <a:rPr kumimoji="1" lang="en-US" altLang="zh-CN" sz="2400" dirty="0" smtClean="0"/>
              <a:t>	}else {</a:t>
            </a:r>
          </a:p>
          <a:p>
            <a:pPr marL="0" indent="0">
              <a:buFont typeface="Arial"/>
              <a:buNone/>
            </a:pPr>
            <a:r>
              <a:rPr kumimoji="1" lang="en-US" altLang="zh-CN" sz="2400" dirty="0" smtClean="0"/>
              <a:t>		</a:t>
            </a:r>
            <a:r>
              <a:rPr kumimoji="1" lang="en-US" altLang="zh-CN" sz="2400" dirty="0" err="1" smtClean="0"/>
              <a:t>printf</a:t>
            </a:r>
            <a:r>
              <a:rPr kumimoji="1" lang="en-US" altLang="zh-CN" sz="2400" dirty="0" smtClean="0"/>
              <a:t>(“1”);</a:t>
            </a:r>
          </a:p>
          <a:p>
            <a:pPr marL="0" indent="0">
              <a:buFont typeface="Arial"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	</a:t>
            </a:r>
            <a:r>
              <a:rPr kumimoji="1" lang="en-US" altLang="zh-CN" sz="2400" dirty="0" err="1" smtClean="0"/>
              <a:t>fflush</a:t>
            </a:r>
            <a:r>
              <a:rPr kumimoji="1" lang="en-US" altLang="zh-CN" sz="2400" dirty="0" smtClean="0"/>
              <a:t>(</a:t>
            </a:r>
            <a:r>
              <a:rPr kumimoji="1" lang="en-US" altLang="zh-CN" sz="2400" dirty="0" err="1" smtClean="0"/>
              <a:t>stdout</a:t>
            </a:r>
            <a:r>
              <a:rPr kumimoji="1" lang="en-US" altLang="zh-CN" sz="2400" dirty="0" smtClean="0"/>
              <a:t>);</a:t>
            </a:r>
            <a:endParaRPr kumimoji="1" lang="en-US" altLang="zh-CN" sz="2400" dirty="0"/>
          </a:p>
          <a:p>
            <a:pPr marL="0" indent="0">
              <a:buFont typeface="Arial"/>
              <a:buNone/>
            </a:pPr>
            <a:r>
              <a:rPr kumimoji="1" lang="en-US" altLang="zh-CN" sz="2400" dirty="0" smtClean="0"/>
              <a:t>	}</a:t>
            </a:r>
          </a:p>
          <a:p>
            <a:pPr marL="0" indent="0">
              <a:buFont typeface="Arial"/>
              <a:buNone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exit(0);</a:t>
            </a:r>
          </a:p>
          <a:p>
            <a:pPr marL="0" indent="0">
              <a:buFont typeface="Arial"/>
              <a:buNone/>
            </a:pPr>
            <a:r>
              <a:rPr kumimoji="1" lang="en-US" altLang="zh-CN" sz="2400" dirty="0" smtClean="0"/>
              <a:t>}</a:t>
            </a:r>
          </a:p>
          <a:p>
            <a:r>
              <a:rPr kumimoji="1" lang="zh-CN" altLang="en-US" sz="2400" dirty="0" smtClean="0"/>
              <a:t>判断下面哪个输出是可能的：</a:t>
            </a:r>
            <a:endParaRPr kumimoji="1" lang="en-US" altLang="zh-CN" sz="2400" dirty="0" smtClean="0"/>
          </a:p>
          <a:p>
            <a:r>
              <a:rPr kumimoji="1" lang="en-US" altLang="zh-CN" sz="2400" dirty="0" smtClean="0"/>
              <a:t>A. 112002, B. 211020, C. 102120, D. 122001, E. 100212</a:t>
            </a:r>
          </a:p>
          <a:p>
            <a:r>
              <a:rPr kumimoji="1" lang="en-US" altLang="zh-CN" sz="2400" dirty="0" err="1" smtClean="0"/>
              <a:t>Atexit</a:t>
            </a:r>
            <a:r>
              <a:rPr kumimoji="1" lang="zh-CN" altLang="en-US" sz="2400" dirty="0" smtClean="0"/>
              <a:t>函数以一个只指向函数的指针为输入，并将它添加到函数列表中（初始为空），当</a:t>
            </a:r>
            <a:r>
              <a:rPr kumimoji="1" lang="en-US" altLang="zh-CN" sz="2400" dirty="0" smtClean="0"/>
              <a:t>exit</a:t>
            </a:r>
            <a:r>
              <a:rPr kumimoji="1" lang="zh-CN" altLang="en-US" sz="2400" dirty="0" smtClean="0"/>
              <a:t>函数被调用时，会调用该列表中的函数。</a:t>
            </a:r>
            <a:endParaRPr kumimoji="1"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687405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88</Words>
  <Application>Microsoft Macintosh PowerPoint</Application>
  <PresentationFormat>宽屏</PresentationFormat>
  <Paragraphs>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DengXian</vt:lpstr>
      <vt:lpstr>DengXian Light</vt:lpstr>
      <vt:lpstr>Office 主题</vt:lpstr>
      <vt:lpstr>ICS2-homwork2</vt:lpstr>
      <vt:lpstr>Problem 1</vt:lpstr>
      <vt:lpstr>Problem 2</vt:lpstr>
      <vt:lpstr>Problem 3</vt:lpstr>
      <vt:lpstr>Problem 4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ICS2-homwork1</dc:title>
  <dc:creator>chai yunpeng</dc:creator>
  <cp:lastModifiedBy>chai yunpeng</cp:lastModifiedBy>
  <cp:revision>48</cp:revision>
  <dcterms:created xsi:type="dcterms:W3CDTF">2019-02-17T08:19:12Z</dcterms:created>
  <dcterms:modified xsi:type="dcterms:W3CDTF">2019-02-26T23:39:15Z</dcterms:modified>
</cp:coreProperties>
</file>