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49"/>
  </p:normalViewPr>
  <p:slideViewPr>
    <p:cSldViewPr snapToGrid="0" snapToObjects="1">
      <p:cViewPr varScale="1">
        <p:scale>
          <a:sx n="119" d="100"/>
          <a:sy n="119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66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470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815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774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13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045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096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252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174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63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5EEF8-8114-3B43-93E2-EEEBB1D7A5B7}" type="datetimeFigureOut">
              <a:rPr kumimoji="1" lang="zh-CN" altLang="en-US" smtClean="0"/>
              <a:t>2024/2/26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57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ICS2-homwork1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736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Problem 1</a:t>
            </a:r>
          </a:p>
        </p:txBody>
      </p:sp>
      <p:sp>
        <p:nvSpPr>
          <p:cNvPr id="12800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Specify which kind of exception will occur in the given scenario, and point out whether it’s asynchronous or synchronous. </a:t>
            </a:r>
          </a:p>
          <a:p>
            <a:r>
              <a:rPr lang="en-US" altLang="zh-CN" dirty="0"/>
              <a:t>a)  A page fault </a:t>
            </a:r>
            <a:endParaRPr lang="en-US" altLang="zh-CN" dirty="0">
              <a:effectLst/>
            </a:endParaRPr>
          </a:p>
          <a:p>
            <a:r>
              <a:rPr lang="en-US" altLang="zh-CN" dirty="0"/>
              <a:t>b)  You receive an E-mail from the Internet </a:t>
            </a:r>
            <a:endParaRPr lang="en-US" altLang="zh-CN" dirty="0">
              <a:effectLst/>
            </a:endParaRPr>
          </a:p>
          <a:p>
            <a:r>
              <a:rPr lang="en-US" altLang="zh-CN" dirty="0"/>
              <a:t>c)  You’re running a command “kill -9 &lt;</a:t>
            </a:r>
            <a:r>
              <a:rPr lang="en-US" altLang="zh-CN" dirty="0" err="1"/>
              <a:t>pid</a:t>
            </a:r>
            <a:r>
              <a:rPr lang="en-US" altLang="zh-CN" dirty="0"/>
              <a:t>&gt;” in your shell </a:t>
            </a:r>
            <a:endParaRPr lang="en-US" altLang="zh-CN" dirty="0">
              <a:effectLst/>
            </a:endParaRPr>
          </a:p>
          <a:p>
            <a:r>
              <a:rPr lang="en-US" altLang="zh-CN" dirty="0"/>
              <a:t>d) The memory of your pc corrupted </a:t>
            </a:r>
          </a:p>
          <a:p>
            <a:endParaRPr kumimoji="1" lang="zh-CN" altLang="en-US" dirty="0"/>
          </a:p>
        </p:txBody>
      </p:sp>
      <p:sp>
        <p:nvSpPr>
          <p:cNvPr id="128003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B21E9B-5535-0E45-A741-3A6CAA1971F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92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Problem 2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Write the assembly code of the code segment below. (Supposing we are directly using </a:t>
            </a:r>
            <a:r>
              <a:rPr lang="en-US" altLang="zh-CN" dirty="0" err="1"/>
              <a:t>syscall</a:t>
            </a:r>
            <a:r>
              <a:rPr lang="en-US" altLang="zh-CN" dirty="0"/>
              <a:t> to call KILL, which has </a:t>
            </a:r>
            <a:r>
              <a:rPr lang="en-US" altLang="zh-CN" dirty="0" err="1"/>
              <a:t>syscall</a:t>
            </a:r>
            <a:r>
              <a:rPr lang="en-US" altLang="zh-CN" dirty="0"/>
              <a:t> number 37) 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{ </a:t>
            </a:r>
          </a:p>
          <a:p>
            <a:pPr marL="0" indent="0">
              <a:buNone/>
            </a:pPr>
            <a:r>
              <a:rPr lang="en-US" altLang="zh-CN" dirty="0"/>
              <a:t>	kill</a:t>
            </a:r>
            <a:r>
              <a:rPr lang="en-US" altLang="zh-CN"/>
              <a:t>(2024, </a:t>
            </a:r>
            <a:r>
              <a:rPr lang="en-US" altLang="zh-CN" dirty="0"/>
              <a:t>3); </a:t>
            </a:r>
          </a:p>
          <a:p>
            <a:pPr marL="0" indent="0">
              <a:buNone/>
            </a:pPr>
            <a:r>
              <a:rPr lang="en-US" altLang="zh-CN" dirty="0"/>
              <a:t>	exit(0); </a:t>
            </a:r>
          </a:p>
          <a:p>
            <a:pPr marL="0" indent="0">
              <a:buNone/>
            </a:pPr>
            <a:r>
              <a:rPr lang="en-US" altLang="zh-CN" dirty="0"/>
              <a:t>} 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967256-2E36-AA4C-BAB4-310E547495FA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80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110</Words>
  <Application>Microsoft Macintosh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DengXian</vt:lpstr>
      <vt:lpstr>DengXian Light</vt:lpstr>
      <vt:lpstr>Arial</vt:lpstr>
      <vt:lpstr>Times New Roman</vt:lpstr>
      <vt:lpstr>Office 主题</vt:lpstr>
      <vt:lpstr>ICS2-homwork1</vt:lpstr>
      <vt:lpstr>Problem 1</vt:lpstr>
      <vt:lpstr>Problem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ICS2-homwork1</dc:title>
  <dc:creator>chai yunpeng</dc:creator>
  <cp:lastModifiedBy>7025</cp:lastModifiedBy>
  <cp:revision>25</cp:revision>
  <dcterms:created xsi:type="dcterms:W3CDTF">2019-02-17T08:19:12Z</dcterms:created>
  <dcterms:modified xsi:type="dcterms:W3CDTF">2024-02-26T00:35:19Z</dcterms:modified>
</cp:coreProperties>
</file>